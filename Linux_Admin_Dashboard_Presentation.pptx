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Terminal-Based Linux 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0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/>
            </a:pPr>
            <a:r>
              <a:t>Final Individual Project – Summer Semester</a:t>
            </a:r>
          </a:p>
          <a:p>
            <a:pPr algn="ctr">
              <a:defRPr sz="2000"/>
            </a:pPr>
            <a:r>
              <a:t>Developed using Bash scripting</a:t>
            </a:r>
          </a:p>
          <a:p>
            <a:pPr algn="ctr">
              <a:defRPr sz="2000"/>
            </a:pPr>
            <a:r>
              <a:t>Anas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A terminal-based administration dashboard that combines common Linux commands in one interactive Bash application.</a:t>
            </a:r>
          </a:p>
          <a:p>
            <a:pPr>
              <a:spcAft>
                <a:spcPts val="1400"/>
              </a:spcAft>
              <a:defRPr sz="2100"/>
            </a:pPr>
            <a:r>
              <a:t>The program uses a menu to let the user choose administrative tasks.</a:t>
            </a:r>
          </a:p>
          <a:p>
            <a:pPr>
              <a:spcAft>
                <a:spcPts val="1400"/>
              </a:spcAft>
              <a:defRPr sz="2100"/>
            </a:pPr>
            <a:r>
              <a:t>It includes validation and error handling for safer user input.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1. System Information</a:t>
            </a:r>
          </a:p>
          <a:p>
            <a:pPr>
              <a:spcAft>
                <a:spcPts val="1400"/>
              </a:spcAft>
              <a:defRPr sz="2100"/>
            </a:pPr>
            <a:r>
              <a:t>2. Users and Groups Information</a:t>
            </a:r>
          </a:p>
          <a:p>
            <a:pPr>
              <a:spcAft>
                <a:spcPts val="1400"/>
              </a:spcAft>
              <a:defRPr sz="2100"/>
            </a:pPr>
            <a:r>
              <a:t>3. File and Directory Manager</a:t>
            </a:r>
          </a:p>
          <a:p>
            <a:pPr>
              <a:spcAft>
                <a:spcPts val="1400"/>
              </a:spcAft>
              <a:defRPr sz="2100"/>
            </a:pPr>
            <a:r>
              <a:t>4. Permission Audit</a:t>
            </a:r>
          </a:p>
          <a:p>
            <a:pPr>
              <a:spcAft>
                <a:spcPts val="1400"/>
              </a:spcAft>
              <a:defRPr sz="2100"/>
            </a:pPr>
            <a:r>
              <a:t>5. Text Analyzer</a:t>
            </a:r>
          </a:p>
          <a:p>
            <a:pPr>
              <a:spcAft>
                <a:spcPts val="1400"/>
              </a:spcAft>
              <a:defRPr sz="2100"/>
            </a:pPr>
            <a:r>
              <a:t>6. Backup Manager</a:t>
            </a:r>
          </a:p>
          <a:p>
            <a:pPr>
              <a:spcAft>
                <a:spcPts val="1400"/>
              </a:spcAft>
              <a:defRPr sz="2100"/>
            </a:pPr>
            <a:r>
              <a:t>7. Generate System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Bash &amp; Linux Concepts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while loop and case statement for the interactive menu</a:t>
            </a:r>
          </a:p>
          <a:p>
            <a:pPr>
              <a:spcAft>
                <a:spcPts val="1400"/>
              </a:spcAft>
              <a:defRPr sz="2100"/>
            </a:pPr>
            <a:r>
              <a:t>read for user input and if/else for validation</a:t>
            </a:r>
          </a:p>
          <a:p>
            <a:pPr>
              <a:spcAft>
                <a:spcPts val="1400"/>
              </a:spcAft>
              <a:defRPr sz="2100"/>
            </a:pPr>
            <a:r>
              <a:t>Functions to organize each dashboard feature</a:t>
            </a:r>
          </a:p>
          <a:p>
            <a:pPr>
              <a:spcAft>
                <a:spcPts val="1400"/>
              </a:spcAft>
              <a:defRPr sz="2100"/>
            </a:pPr>
            <a:r>
              <a:t>Pipes | and redirection &gt; and &gt;&gt;</a:t>
            </a:r>
          </a:p>
          <a:p>
            <a:pPr>
              <a:spcAft>
                <a:spcPts val="1400"/>
              </a:spcAft>
              <a:defRPr sz="2100"/>
            </a:pPr>
            <a:r>
              <a:t>Commands such as grep, wc, cut, chmod, tar, df, free, ls, mkdir and 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Examples of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System Information: displays hostname, current user, kernel, uptime, disk and memory usage.</a:t>
            </a:r>
          </a:p>
          <a:p>
            <a:pPr>
              <a:spcAft>
                <a:spcPts val="1400"/>
              </a:spcAft>
              <a:defRPr sz="2100"/>
            </a:pPr>
            <a:r>
              <a:t>File Manager: creates files/directories, lists contents and deletes files.</a:t>
            </a:r>
          </a:p>
          <a:p>
            <a:pPr>
              <a:spcAft>
                <a:spcPts val="1400"/>
              </a:spcAft>
              <a:defRPr sz="2100"/>
            </a:pPr>
            <a:r>
              <a:t>Permission Audit: checks read, write and execute permissions.</a:t>
            </a:r>
          </a:p>
          <a:p>
            <a:pPr>
              <a:spcAft>
                <a:spcPts val="1400"/>
              </a:spcAft>
              <a:defRPr sz="2100"/>
            </a:pPr>
            <a:r>
              <a:t>Backup Manager: creates compressed .tar.gz backups.</a:t>
            </a:r>
          </a:p>
          <a:p>
            <a:pPr>
              <a:spcAft>
                <a:spcPts val="1400"/>
              </a:spcAft>
              <a:defRPr sz="2100"/>
            </a:pPr>
            <a:r>
              <a:t>Report Generator: creates System_report.txt using output redirection.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Git &amp;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The project is stored in a Git repository and published on GitHub.</a:t>
            </a:r>
          </a:p>
          <a:p>
            <a:pPr>
              <a:spcAft>
                <a:spcPts val="1400"/>
              </a:spcAft>
              <a:defRPr sz="2100"/>
            </a:pPr>
            <a:r>
              <a:t>Important commands used: git init, git add, git commit and git push.</a:t>
            </a:r>
          </a:p>
          <a:p>
            <a:pPr>
              <a:spcAft>
                <a:spcPts val="1400"/>
              </a:spcAft>
              <a:defRPr sz="2100"/>
            </a:pPr>
            <a:r>
              <a:t>The repository contains the Bash source code, sample system report and README.md.</a:t>
            </a:r>
          </a:p>
          <a:p>
            <a:pPr>
              <a:spcAft>
                <a:spcPts val="1400"/>
              </a:spcAft>
              <a:defRPr sz="2100"/>
            </a:pPr>
            <a:r>
              <a:t>SSH authentication is used to connect Ubuntu with GitHub.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The project combines Bash scripting with practical Linux administration commands.</a:t>
            </a:r>
          </a:p>
          <a:p>
            <a:pPr>
              <a:spcAft>
                <a:spcPts val="1400"/>
              </a:spcAft>
              <a:defRPr sz="2100"/>
            </a:pPr>
            <a:r>
              <a:t>It provides a simple menu-driven interface for common system tasks.</a:t>
            </a:r>
          </a:p>
          <a:p>
            <a:pPr>
              <a:spcAft>
                <a:spcPts val="1400"/>
              </a:spcAft>
              <a:defRPr sz="2100"/>
            </a:pPr>
            <a:r>
              <a:t>The project demonstrates functions, loops, conditions, file operations, permissions, text processing, backups and report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